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7"/>
    <p:restoredTop sz="94697"/>
  </p:normalViewPr>
  <p:slideViewPr>
    <p:cSldViewPr snapToGrid="0">
      <p:cViewPr varScale="1">
        <p:scale>
          <a:sx n="115" d="100"/>
          <a:sy n="115" d="100"/>
        </p:scale>
        <p:origin x="22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BB85A-32EA-4945-B5D2-D1163F5D41BD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F189-C5B1-EB4B-B807-A0BB19574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2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B583-C344-C0C5-C6CC-9B5A0A744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8383D-CA7F-72B8-E22B-B0AAF269D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1920A-19CB-886A-4D8C-1AD5D0EA1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EF62-F446-6F43-BED0-ACB95000D398}" type="datetime1">
              <a:rPr lang="it-IT" smtClean="0"/>
              <a:t>20/04/26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4462A-2D6C-1A31-F1C4-CA48FB84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AA134-9C3C-E985-4F21-1148CC24A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293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FF3A-A752-1824-A5CD-EF4D0EFE4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950853"/>
          </a:xfrm>
        </p:spPr>
        <p:txBody>
          <a:bodyPr/>
          <a:lstStyle>
            <a:lvl1pPr>
              <a:defRPr>
                <a:solidFill>
                  <a:srgbClr val="4472C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C0D00-6680-6E80-42E2-E80079E1A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456"/>
            <a:ext cx="10515600" cy="4351338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32993-F99C-EEEB-F291-A9FDD7A0F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5F536-1DD7-6846-B8D2-5D585A7FBD09}" type="datetime1">
              <a:rPr lang="it-IT" smtClean="0"/>
              <a:t>20/04/26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63DD7-37DD-A515-F5D4-2D5CCFA6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C4307-3F86-C30F-C586-6FBCC0547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1B895E-15A6-0205-7D4F-7CD82FD0B00C}"/>
              </a:ext>
            </a:extLst>
          </p:cNvPr>
          <p:cNvCxnSpPr/>
          <p:nvPr userDrawn="1"/>
        </p:nvCxnSpPr>
        <p:spPr>
          <a:xfrm>
            <a:off x="0" y="1039446"/>
            <a:ext cx="1224670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137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035CA-3374-B61C-12AF-9D112EDB2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C9AB1-EF36-9F01-0AA3-6AFD5427D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F02C8-6569-A1EB-F0E7-7FC6BBC96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FA0E-D734-9740-8C0B-B6D38CF56729}" type="datetime1">
              <a:rPr lang="it-IT" smtClean="0"/>
              <a:t>20/04/26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99759-B08B-2B0D-28B4-9BAA3BDF2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FD788-2AC7-EA8A-5F5D-9040A90FA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5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2EA23-970B-53D5-45DE-DC27B776C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3E0E9-1013-CB02-AE9C-D456078D3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AADCE-2B1F-AF96-AA92-F05B366B3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AFC7F-6029-7418-AB8A-6C7418445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F1D20-E45E-044E-8D11-494FE8F16ED9}" type="datetime1">
              <a:rPr lang="it-IT" smtClean="0"/>
              <a:t>20/04/26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D7347-7BD2-7A8E-55CF-ED78B0C3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08B51-369C-03E4-D859-A64E38B0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37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363C4-B8E8-A7B6-E789-89CE9A851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8C333-2282-0FE0-6E33-1CAF1764C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E48B2-FE51-6D00-36DB-29BF968E2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C493C-16F1-6519-3BB1-6A57C0DE3A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D47A32-8172-74B4-40CA-6DB7ED080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90EE4D-96F3-627C-FF13-0BF64FE8A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04DDC-56C7-4E4D-ADD2-CE078BCEBE1E}" type="datetime1">
              <a:rPr lang="it-IT" smtClean="0"/>
              <a:t>20/04/26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9B09B9-9395-2AA1-8BD0-896EF9582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CB2787-0548-6389-C749-8FF7F913C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095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338A-EE8A-C32F-57FA-4545DDB5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662668-C397-8D5D-C80B-3AE1EAA77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DA38-97DF-1A4A-BFFB-52C4161D8E3F}" type="datetime1">
              <a:rPr lang="it-IT" smtClean="0"/>
              <a:t>20/04/26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7F8E08-1BC4-5AD2-BFDB-6F5931279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01BB7C-0232-86CD-0458-24E9CED7F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54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3BED36-862E-EEFC-9974-4FCD45226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63E4-E357-964A-974B-D9BDA62924A0}" type="datetime1">
              <a:rPr lang="it-IT" smtClean="0"/>
              <a:t>20/04/26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DBEF6F-ACC4-0D1C-4D9D-63DCFF392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55215-87D8-2AE0-24C0-2151EC87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1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26C4B-4CB2-64C2-16EC-6401D2E7D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2097A-CF6F-43CE-8D2D-E623AC682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0FD49-AADF-F4B1-F1E1-15BAB4CC6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3C9A5-479D-7267-973B-915BAE76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B094F-670D-A24C-943C-6AA010140A30}" type="datetime1">
              <a:rPr lang="it-IT" smtClean="0"/>
              <a:t>20/04/26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5A2E2-7663-CF2B-C57A-025CA3961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4172A-9CDE-6E73-60EB-529AB5F50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84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264A5-DFCB-DB53-80B6-40353978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E02270-4F78-0251-28AE-07601937E9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B1A56-8739-719E-227B-64DAE9311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56DB9-F858-B7FE-3381-3056167E2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5DD3-6CA2-994B-8156-21BFEA43D3FF}" type="datetime1">
              <a:rPr lang="it-IT" smtClean="0"/>
              <a:t>20/04/26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DB2EA-944E-4971-6A4D-95B960E0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F3F58-B367-F986-29EF-D22644E3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AE28F-6410-6DE5-FB31-E5665F80E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7F9F7-992D-9638-2447-8366ADAC8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38291-4E4B-883E-34D7-F3FCD9E5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442F8-9FB9-B44C-97C5-B31BABE739D1}" type="datetime1">
              <a:rPr lang="it-IT" smtClean="0"/>
              <a:t>20/04/26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31DDE-616A-0CDE-FABB-B9444FB61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3BD30-2C2A-A7FC-6AA3-303F192BD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28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A5C533-30E4-C13B-27E9-62C7BAA573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3E05B6-1FC7-D07F-DB44-BF6879897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A2601-B6CD-3BEC-F38F-27213B084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0C3-9551-904E-8E6F-6CC89B571946}" type="datetime1">
              <a:rPr lang="it-IT" smtClean="0"/>
              <a:t>20/04/26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C9214-4CF2-137C-C1A9-645F280E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8BA0E-5EA3-98EE-B3C5-AA4A180EC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3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D89D-E690-DDCC-41BB-9ED039D77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854A7-8358-C651-B0AA-4BE168E32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AE194-F037-B946-56EB-CF2AA3E165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63BD9-9DD8-FC46-8D76-8F3407787958}" type="datetime1">
              <a:rPr lang="it-IT" smtClean="0"/>
              <a:t>20/04/26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D6072-47ED-5DE6-CBCD-8353401EC5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Biostatistics - Use of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746CF-CF38-7AFF-CE3F-DFDE1AF44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79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iotsdata.github.io/R-for-biologist/" TargetMode="External"/><Relationship Id="rId2" Type="http://schemas.openxmlformats.org/officeDocument/2006/relationships/hyperlink" Target="https://miotsdata.github.io/R-course_2026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drive/folders/1jYSTKgpSu3FS5S-F_hgZRtuuZ6RAGeLX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39D32-A5DE-393A-45A4-D51BFAB06E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Biostatistics - Use of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88EB7-3EC1-B57A-7F5B-F7A6A33A44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Matteo </a:t>
            </a:r>
            <a:r>
              <a:rPr lang="en-US" dirty="0" err="1"/>
              <a:t>Miotto</a:t>
            </a:r>
            <a:r>
              <a:rPr lang="en-US" dirty="0"/>
              <a:t>, MS</a:t>
            </a:r>
          </a:p>
          <a:p>
            <a:r>
              <a:rPr lang="en-US" dirty="0"/>
              <a:t>2026-04-20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DADBE761-BF6E-3B5D-2179-3B6C4FF05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7198" y="5112326"/>
            <a:ext cx="2254801" cy="1747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27B3D8-CC31-C5CE-B01E-FB084BC50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69" y="215171"/>
            <a:ext cx="3280696" cy="58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201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89C35-481A-D2A6-7583-7213051C9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using 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3D2CF-BE98-55F6-1CA5-734667B10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Statistical-driven programming language</a:t>
            </a:r>
          </a:p>
          <a:p>
            <a:r>
              <a:rPr lang="en-US" dirty="0"/>
              <a:t>Fast</a:t>
            </a:r>
          </a:p>
          <a:p>
            <a:r>
              <a:rPr lang="en-US" dirty="0"/>
              <a:t>Reproducible</a:t>
            </a:r>
          </a:p>
          <a:p>
            <a:r>
              <a:rPr lang="en-US" dirty="0"/>
              <a:t>Batch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B4B59-2F19-A54D-CCA4-640F3A96F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F0156-0B87-11A1-B0D3-92485715D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</p:spTree>
    <p:extLst>
      <p:ext uri="{BB962C8B-B14F-4D97-AF65-F5344CB8AC3E}">
        <p14:creationId xmlns:p14="http://schemas.microsoft.com/office/powerpoint/2010/main" val="2985938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0EA3F-FC1A-A688-0B33-A6437E6F7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22454-A776-D963-9DB6-1987DF24A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and write basic R codes</a:t>
            </a:r>
          </a:p>
          <a:p>
            <a:r>
              <a:rPr lang="en-US" dirty="0"/>
              <a:t>Create scripts to analyze multiple files/dataset</a:t>
            </a:r>
          </a:p>
          <a:p>
            <a:r>
              <a:rPr lang="en-US" dirty="0"/>
              <a:t>Present analysis reports to peers</a:t>
            </a:r>
          </a:p>
          <a:p>
            <a:r>
              <a:rPr lang="en-US" dirty="0"/>
              <a:t>Spend less time becoming crazy with Excel data manipulation or Prism data structures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C2E31-64E5-269F-E817-11D096B0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F12A7-A790-9CCE-05E6-39BF46A9C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</p:spTree>
    <p:extLst>
      <p:ext uri="{BB962C8B-B14F-4D97-AF65-F5344CB8AC3E}">
        <p14:creationId xmlns:p14="http://schemas.microsoft.com/office/powerpoint/2010/main" val="1550344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D40AC-2318-4E06-1748-84A0B28BA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9A946-5A6D-2181-7C3F-678580E11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096" y="1189823"/>
            <a:ext cx="10637704" cy="516652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Day 1: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Getting familiar with R, </a:t>
            </a:r>
            <a:r>
              <a:rPr lang="en-US" dirty="0" err="1"/>
              <a:t>Rstudio</a:t>
            </a:r>
            <a:r>
              <a:rPr lang="en-US" dirty="0"/>
              <a:t> and </a:t>
            </a:r>
            <a:r>
              <a:rPr lang="en-US" dirty="0" err="1"/>
              <a:t>RNotebooks</a:t>
            </a:r>
            <a:endParaRPr lang="en-US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Dataframes</a:t>
            </a:r>
            <a:endParaRPr lang="en-US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Vectors and numbers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Day 2: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Strings and factors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Boolean operators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Dataframe</a:t>
            </a:r>
            <a:r>
              <a:rPr lang="en-US" dirty="0"/>
              <a:t> handling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Day 3: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Data visualization in 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Day 4: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Statistics in 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Day 5: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Loops and scripts to automate analyses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Day 6: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Getting help in R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Use generative AI to write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FE025-1D1F-449B-6019-6CD9F62ED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A5018-3506-7CFE-2335-F7D2F302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6" name="Right Bracket 5">
            <a:extLst>
              <a:ext uri="{FF2B5EF4-FFF2-40B4-BE49-F238E27FC236}">
                <a16:creationId xmlns:a16="http://schemas.microsoft.com/office/drawing/2014/main" id="{17623F23-C3EE-BB6F-B51B-4D2AAF67332C}"/>
              </a:ext>
            </a:extLst>
          </p:cNvPr>
          <p:cNvSpPr/>
          <p:nvPr/>
        </p:nvSpPr>
        <p:spPr>
          <a:xfrm>
            <a:off x="6657278" y="1451876"/>
            <a:ext cx="579863" cy="2462201"/>
          </a:xfrm>
          <a:prstGeom prst="rightBracket">
            <a:avLst>
              <a:gd name="adj" fmla="val 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AA4C5D-535C-AB47-4347-682947C12748}"/>
              </a:ext>
            </a:extLst>
          </p:cNvPr>
          <p:cNvSpPr txBox="1"/>
          <p:nvPr/>
        </p:nvSpPr>
        <p:spPr>
          <a:xfrm>
            <a:off x="7426712" y="2498310"/>
            <a:ext cx="4392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Exploratory data analyses and features check</a:t>
            </a:r>
          </a:p>
        </p:txBody>
      </p:sp>
    </p:spTree>
    <p:extLst>
      <p:ext uri="{BB962C8B-B14F-4D97-AF65-F5344CB8AC3E}">
        <p14:creationId xmlns:p14="http://schemas.microsoft.com/office/powerpoint/2010/main" val="457538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01E54-2158-B5E4-D7A9-7DA402086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B1BAD-553E-265E-1E0A-536BDB9EA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https://miotsdata.github.io/R-course_2026/</a:t>
            </a:r>
            <a:endParaRPr lang="en-US" dirty="0"/>
          </a:p>
          <a:p>
            <a:r>
              <a:rPr lang="en-US" dirty="0">
                <a:hlinkClick r:id="rId3"/>
              </a:rPr>
              <a:t>https://miotsdata.github.io/R-for-biologist/</a:t>
            </a:r>
            <a:endParaRPr lang="en-US" dirty="0"/>
          </a:p>
          <a:p>
            <a:r>
              <a:rPr lang="en-US" dirty="0">
                <a:hlinkClick r:id="rId4"/>
              </a:rPr>
              <a:t>https://drive.google.com</a:t>
            </a:r>
            <a:r>
              <a:rPr lang="en-US">
                <a:hlinkClick r:id="rId4"/>
              </a:rPr>
              <a:t>/drive/folders/1jYSTKgpSu3FS5S-F_hgZRtuuZ6RAGeLX?usp=sharing</a:t>
            </a:r>
            <a:endParaRPr lang="en-US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05CCA-99FE-2A30-2D03-3C2A90385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AB1EB-541D-1FCD-7681-DB1E82C8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97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5373</TotalTime>
  <Words>192</Words>
  <Application>Microsoft Macintosh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Biostatistics - Use of R</vt:lpstr>
      <vt:lpstr>Why using R?</vt:lpstr>
      <vt:lpstr>Goals of the course</vt:lpstr>
      <vt:lpstr>Course structure</vt:lpstr>
      <vt:lpstr>Course material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Microsoft Office User</dc:creator>
  <cp:lastModifiedBy>Microsoft Office User</cp:lastModifiedBy>
  <cp:revision>18</cp:revision>
  <dcterms:created xsi:type="dcterms:W3CDTF">2024-05-23T12:45:43Z</dcterms:created>
  <dcterms:modified xsi:type="dcterms:W3CDTF">2026-04-20T05:47:11Z</dcterms:modified>
</cp:coreProperties>
</file>
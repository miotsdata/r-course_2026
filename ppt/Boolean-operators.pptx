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62" r:id="rId6"/>
    <p:sldId id="261" r:id="rId7"/>
    <p:sldId id="264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1"/>
    <p:restoredTop sz="94628"/>
  </p:normalViewPr>
  <p:slideViewPr>
    <p:cSldViewPr snapToGrid="0" showGuides="1">
      <p:cViewPr varScale="1">
        <p:scale>
          <a:sx n="114" d="100"/>
          <a:sy n="114" d="100"/>
        </p:scale>
        <p:origin x="200" y="28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20C0-F3A7-91FA-9582-DB7CBA98A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5786F-3CD6-E7FF-959D-4CB79B95C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5E61B-C0A5-D06A-4655-8E465BD1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B910-7557-AD22-1DBC-124CB8BF2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9F454-6077-027C-AF9F-CB2D946B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8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5D85-57AB-C2D2-9304-2F40568F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887DA-2639-5CC0-F71E-750514F28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0CD82-0D51-DFEF-B216-9E7454A3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6FFF8-915F-972F-7055-0C964ECF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01AE7-2516-4AD2-B9F3-988667B1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9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26B4-BF58-3FFD-FC93-45D56CBC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EECBA-AEB8-D708-1927-7A6C7A4AD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C2704-B0C3-B4D1-A560-B7DF8A99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25575-5191-46B6-D2EE-DC3E5360D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0ED46-F356-B7DD-6BE2-7CBBB1ED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9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D3AD-9647-758C-81F5-24448756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A1E2C-856A-3DC8-635F-C0BEF8106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28D3F-EC2B-D207-DBCF-96201CCE4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2DBCD-705E-EB40-6A5C-12779EE3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73149-02D9-F7F5-FDFE-ABE94878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E7A41-F0C0-C997-A5A4-1DEE41CD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5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412A-16A2-548A-AF3F-7C9892B6C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70372-ED47-5CE9-419C-80421A5E6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FD1EC-2D20-26BF-A84C-F14B05750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139EA-2988-DFC7-40BB-232719C8D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2788C-C969-9E93-6D19-DF5396721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962EC-8F74-0B7C-E284-1B7237F7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C19A1-B776-C771-42EB-E7308134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30C17-10A7-BF07-4CCE-51C9916A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7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A236-543B-B2A9-6C2F-66C3F952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001F0-1439-3ADB-2192-830F4B38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688CE-821B-18DE-D88D-2B80F779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0E915-9E68-7BB8-9280-377958C9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6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D6469-847B-F3E8-9E38-C3F5F05D6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8E779-2608-5138-67D1-B30216BA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08BF6-4F47-F9A1-5336-01D79A1A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8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7436-287A-8B3B-D10E-597FD235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E3F6-1374-1998-6315-067B8FDF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57504-5531-5BE5-D8F4-97066A97E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985C4-68DD-11E9-FF31-CCEC20E31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0B241-83A3-0E46-560C-69554C4A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02D98-F502-50B4-26FC-1F34531C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3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5F53D-4B61-1426-0CAC-49693657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9031CA-983E-AE1E-9918-B13534ED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A70E4-B71E-CB09-17A9-99D1A1E29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9656A-8597-1C93-FC4A-B7DB0CF3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9C65D-60A7-80BC-EA69-F3DF24BEB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20521-BAC9-F59E-DD89-29FF384B2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C35F-209C-71DD-2922-21224178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D8BB0-4CAA-9A60-03B5-7A5B28559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E08B6-3332-FF24-D124-10177DF7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FB26-E1CA-4800-704A-80D13A61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99B2-21E4-0B33-CD77-1FA9424D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2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7CCFE-C749-D14A-A84B-9A83A90B9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80D19-B16D-70D7-9F23-864B05C23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9A584-8EFE-631D-A19C-085E1AAA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9A866-891F-63C5-CB24-3167FF511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C0F50-BDDE-1408-CD6D-3DBDC06C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29C21D-1224-F120-7149-C34A2758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E4AE6-440C-6E35-C0DF-418E6B5AB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064E2-90F0-B94A-EAC7-7DBA19071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8863F-49AE-0A4A-A5B2-CD589DD03F81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8DF4A-A13C-B8E0-83DA-C239EBBD5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A4025-F106-7033-EBF3-AB5CEE70D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0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B2BA-317C-611B-8FA4-6E5217EFD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dirty="0"/>
              <a:t>Boolean vectors to select values</a:t>
            </a:r>
          </a:p>
        </p:txBody>
      </p:sp>
    </p:spTree>
    <p:extLst>
      <p:ext uri="{BB962C8B-B14F-4D97-AF65-F5344CB8AC3E}">
        <p14:creationId xmlns:p14="http://schemas.microsoft.com/office/powerpoint/2010/main" val="3865818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EA029-5325-BCF3-D6D0-3EDB8D2EA0A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73277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vector: </a:t>
            </a:r>
            <a:r>
              <a:rPr lang="en-US" dirty="0">
                <a:highlight>
                  <a:srgbClr val="FFFF00"/>
                </a:highlight>
              </a:rPr>
              <a:t>V</a:t>
            </a:r>
            <a:r>
              <a:rPr lang="en-US" dirty="0"/>
              <a:t>[V*2 &gt; 60]</a:t>
            </a:r>
          </a:p>
        </p:txBody>
      </p:sp>
    </p:spTree>
    <p:extLst>
      <p:ext uri="{BB962C8B-B14F-4D97-AF65-F5344CB8AC3E}">
        <p14:creationId xmlns:p14="http://schemas.microsoft.com/office/powerpoint/2010/main" val="1863135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EA029-5325-BCF3-D6D0-3EDB8D2EA0A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6F1929-4495-A8B1-8188-17BF6F6CC614}"/>
              </a:ext>
            </a:extLst>
          </p:cNvPr>
          <p:cNvGraphicFramePr>
            <a:graphicFrameLocks noGrp="1"/>
          </p:cNvGraphicFramePr>
          <p:nvPr/>
        </p:nvGraphicFramePr>
        <p:xfrm>
          <a:off x="292455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73277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vector: V[</a:t>
            </a:r>
            <a:r>
              <a:rPr lang="en-US" dirty="0">
                <a:highlight>
                  <a:srgbClr val="FFFF00"/>
                </a:highlight>
              </a:rPr>
              <a:t>V*2</a:t>
            </a:r>
            <a:r>
              <a:rPr lang="en-US" dirty="0"/>
              <a:t> &gt; 60]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3C5B52-EDA7-A9BF-DB29-4DD9C7031665}"/>
              </a:ext>
            </a:extLst>
          </p:cNvPr>
          <p:cNvGrpSpPr/>
          <p:nvPr/>
        </p:nvGrpSpPr>
        <p:grpSpPr>
          <a:xfrm>
            <a:off x="1897380" y="1916668"/>
            <a:ext cx="891540" cy="369332"/>
            <a:chOff x="1897380" y="1916668"/>
            <a:chExt cx="891540" cy="36933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983A13E-E0D6-F71F-8F1E-DB1F747A87F6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ED71EB-5B15-AB79-AE82-83D2FE9A3964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6E0D3C-EA1E-1BBA-03C0-2F2F6318B468}"/>
              </a:ext>
            </a:extLst>
          </p:cNvPr>
          <p:cNvGrpSpPr/>
          <p:nvPr/>
        </p:nvGrpSpPr>
        <p:grpSpPr>
          <a:xfrm>
            <a:off x="1911941" y="2588240"/>
            <a:ext cx="891540" cy="369332"/>
            <a:chOff x="1897380" y="1916668"/>
            <a:chExt cx="891540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8987938-1104-9FD3-53AB-AEBFAD44A663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B02CF9-6CD3-DCB1-5248-57EBF6D825A0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E65FF8-F586-1EBE-C8EF-25F518834D2E}"/>
              </a:ext>
            </a:extLst>
          </p:cNvPr>
          <p:cNvGrpSpPr/>
          <p:nvPr/>
        </p:nvGrpSpPr>
        <p:grpSpPr>
          <a:xfrm>
            <a:off x="1894149" y="3259812"/>
            <a:ext cx="891540" cy="369332"/>
            <a:chOff x="1897380" y="1916668"/>
            <a:chExt cx="891540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AEE5953-B1A2-6058-991E-E2C71D8C559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BFD30CF-5D0C-181A-BE61-11AC282444D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A6417B-1D43-CD99-B4E2-16E1F40EE7AC}"/>
              </a:ext>
            </a:extLst>
          </p:cNvPr>
          <p:cNvGrpSpPr/>
          <p:nvPr/>
        </p:nvGrpSpPr>
        <p:grpSpPr>
          <a:xfrm>
            <a:off x="1894149" y="3931384"/>
            <a:ext cx="891540" cy="369332"/>
            <a:chOff x="1897380" y="1916668"/>
            <a:chExt cx="891540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C2F8ACB-2D17-1682-5304-2F4E01C6BE8F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A5B998-F2DB-961C-5BA2-678D5F3A9F88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AC4604F-AA65-EE64-42DD-7DF16D4D8B9F}"/>
              </a:ext>
            </a:extLst>
          </p:cNvPr>
          <p:cNvGrpSpPr/>
          <p:nvPr/>
        </p:nvGrpSpPr>
        <p:grpSpPr>
          <a:xfrm>
            <a:off x="1897959" y="4602956"/>
            <a:ext cx="891540" cy="369332"/>
            <a:chOff x="1897380" y="1916668"/>
            <a:chExt cx="891540" cy="369332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B68F750-7496-4EB5-F8C3-DC51A5236FC2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E872A0-E4F0-B0BB-DC15-F66D188804DF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7679370-BC9B-14C6-4395-90EAF9ED2959}"/>
              </a:ext>
            </a:extLst>
          </p:cNvPr>
          <p:cNvGrpSpPr/>
          <p:nvPr/>
        </p:nvGrpSpPr>
        <p:grpSpPr>
          <a:xfrm>
            <a:off x="1892891" y="5274528"/>
            <a:ext cx="891540" cy="369332"/>
            <a:chOff x="1897380" y="1916668"/>
            <a:chExt cx="891540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2B4DE36-8279-43FF-7988-806F022B8C6D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C2D96A-662B-25DC-DF31-EB74323217F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3E1DA6-2D0F-D0E4-B564-33325C6900F3}"/>
              </a:ext>
            </a:extLst>
          </p:cNvPr>
          <p:cNvGrpSpPr/>
          <p:nvPr/>
        </p:nvGrpSpPr>
        <p:grpSpPr>
          <a:xfrm>
            <a:off x="1874470" y="5946099"/>
            <a:ext cx="891540" cy="369332"/>
            <a:chOff x="1897380" y="1916668"/>
            <a:chExt cx="891540" cy="3693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A01EDBD-FAC0-449B-8D3D-F8A9073915A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375F1F-CFB9-07F0-515A-89B6A8323587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61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EA029-5325-BCF3-D6D0-3EDB8D2EA0A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6F1929-4495-A8B1-8188-17BF6F6CC614}"/>
              </a:ext>
            </a:extLst>
          </p:cNvPr>
          <p:cNvGraphicFramePr>
            <a:graphicFrameLocks noGrp="1"/>
          </p:cNvGraphicFramePr>
          <p:nvPr/>
        </p:nvGraphicFramePr>
        <p:xfrm>
          <a:off x="292455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5E9991-3848-78E4-9BAA-FD1A06B45F0A}"/>
              </a:ext>
            </a:extLst>
          </p:cNvPr>
          <p:cNvGraphicFramePr>
            <a:graphicFrameLocks noGrp="1"/>
          </p:cNvGraphicFramePr>
          <p:nvPr/>
        </p:nvGraphicFramePr>
        <p:xfrm>
          <a:off x="5117580" y="1250947"/>
          <a:ext cx="1190170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901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 &gt; 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73277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vector: V[</a:t>
            </a:r>
            <a:r>
              <a:rPr lang="en-US" dirty="0">
                <a:highlight>
                  <a:srgbClr val="FFFF00"/>
                </a:highlight>
              </a:rPr>
              <a:t>V*2 &gt; 60</a:t>
            </a:r>
            <a:r>
              <a:rPr lang="en-US" dirty="0"/>
              <a:t>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F32704-D719-3B09-F7C8-30AFC45017C6}"/>
              </a:ext>
            </a:extLst>
          </p:cNvPr>
          <p:cNvGrpSpPr/>
          <p:nvPr/>
        </p:nvGrpSpPr>
        <p:grpSpPr>
          <a:xfrm>
            <a:off x="1897380" y="1916668"/>
            <a:ext cx="891540" cy="369332"/>
            <a:chOff x="1897380" y="1916668"/>
            <a:chExt cx="891540" cy="36933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002EEFC-F055-BB00-902C-A581A447B8AD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E7E632-DE2E-38EA-E913-ED9CB000C765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CA8B8E7-599F-D271-B293-795B249F5099}"/>
              </a:ext>
            </a:extLst>
          </p:cNvPr>
          <p:cNvGrpSpPr/>
          <p:nvPr/>
        </p:nvGrpSpPr>
        <p:grpSpPr>
          <a:xfrm>
            <a:off x="1911941" y="2588240"/>
            <a:ext cx="891540" cy="369332"/>
            <a:chOff x="1897380" y="1916668"/>
            <a:chExt cx="891540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D2D4C5A-CA68-3571-E553-E4E8A34F1BA9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C2A688-5377-C643-1309-804D36D688FF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59BD61-D17C-C650-1BF8-C4C7CE615D7F}"/>
              </a:ext>
            </a:extLst>
          </p:cNvPr>
          <p:cNvGrpSpPr/>
          <p:nvPr/>
        </p:nvGrpSpPr>
        <p:grpSpPr>
          <a:xfrm>
            <a:off x="1894149" y="3259812"/>
            <a:ext cx="891540" cy="369332"/>
            <a:chOff x="1897380" y="1916668"/>
            <a:chExt cx="891540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D25C0C4-28C5-8C9E-DEC0-734CAA4C6F9A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FDE5CF-0EFB-DE23-67F7-5B6954E45438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C38036-501B-88C3-21DA-0440F9565AC5}"/>
              </a:ext>
            </a:extLst>
          </p:cNvPr>
          <p:cNvGrpSpPr/>
          <p:nvPr/>
        </p:nvGrpSpPr>
        <p:grpSpPr>
          <a:xfrm>
            <a:off x="1894149" y="3931384"/>
            <a:ext cx="891540" cy="369332"/>
            <a:chOff x="1897380" y="1916668"/>
            <a:chExt cx="891540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41BBAE4-7CAB-3980-9C4C-A21C70EAE078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8ECAFB-624F-ED6D-F67C-23BF6B12BD8F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714949-86C5-5D6D-069A-110B2DDD0E68}"/>
              </a:ext>
            </a:extLst>
          </p:cNvPr>
          <p:cNvGrpSpPr/>
          <p:nvPr/>
        </p:nvGrpSpPr>
        <p:grpSpPr>
          <a:xfrm>
            <a:off x="1897959" y="4602956"/>
            <a:ext cx="891540" cy="369332"/>
            <a:chOff x="1897380" y="1916668"/>
            <a:chExt cx="891540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6F61BC2-825E-3FAF-B17E-A4AAF9111B75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D8DF3E-1876-87E4-13CA-0054492D93F2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A3BF8E-4D25-A8F2-5E18-D5E6AE7F5C82}"/>
              </a:ext>
            </a:extLst>
          </p:cNvPr>
          <p:cNvGrpSpPr/>
          <p:nvPr/>
        </p:nvGrpSpPr>
        <p:grpSpPr>
          <a:xfrm>
            <a:off x="1892891" y="5274528"/>
            <a:ext cx="891540" cy="369332"/>
            <a:chOff x="1897380" y="1916668"/>
            <a:chExt cx="891540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05E5912-2D94-EBDA-CCEE-6F4A5018DDD3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6E8E35D-7D75-48D6-F1F1-8D185B238F3E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51A6C42-C1E0-0C31-560C-10599387CAAF}"/>
              </a:ext>
            </a:extLst>
          </p:cNvPr>
          <p:cNvGrpSpPr/>
          <p:nvPr/>
        </p:nvGrpSpPr>
        <p:grpSpPr>
          <a:xfrm>
            <a:off x="1874470" y="5946099"/>
            <a:ext cx="891540" cy="369332"/>
            <a:chOff x="1897380" y="1916668"/>
            <a:chExt cx="891540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DB8C900-E0F9-5FFB-9820-C92E2034D0E7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5AA93B9-9307-508B-9D43-318D88488CD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6CD0630-4990-EFBB-B7AB-0563DCA75488}"/>
              </a:ext>
            </a:extLst>
          </p:cNvPr>
          <p:cNvGrpSpPr/>
          <p:nvPr/>
        </p:nvGrpSpPr>
        <p:grpSpPr>
          <a:xfrm>
            <a:off x="4079559" y="1916668"/>
            <a:ext cx="891540" cy="369332"/>
            <a:chOff x="1897380" y="1916668"/>
            <a:chExt cx="891540" cy="369332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E24FBDD-4FF1-B913-9FF0-053273CC2EA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DCD49C4-4126-CFF4-DA0B-FD268B0092E7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B672D48-BC3A-A154-AAAD-01316AB9B5E5}"/>
              </a:ext>
            </a:extLst>
          </p:cNvPr>
          <p:cNvGrpSpPr/>
          <p:nvPr/>
        </p:nvGrpSpPr>
        <p:grpSpPr>
          <a:xfrm>
            <a:off x="4079559" y="2588240"/>
            <a:ext cx="891540" cy="369332"/>
            <a:chOff x="1897380" y="1916668"/>
            <a:chExt cx="891540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714A584-8D90-85AA-D4FD-5AC82F628A6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6E1E43B-8803-6828-D125-0C188295F295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3BDCE6B-F89F-39B0-6394-4114320B15AF}"/>
              </a:ext>
            </a:extLst>
          </p:cNvPr>
          <p:cNvGrpSpPr/>
          <p:nvPr/>
        </p:nvGrpSpPr>
        <p:grpSpPr>
          <a:xfrm>
            <a:off x="4079559" y="3259812"/>
            <a:ext cx="891540" cy="369332"/>
            <a:chOff x="1897380" y="1916668"/>
            <a:chExt cx="891540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0C4BBCF-36A4-A70E-10B4-E0AF4D3E1D13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914B22-8B9F-895B-F318-23E6D7A47F1D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DDAF384-AF35-3942-84DE-80FEC55AA8AA}"/>
              </a:ext>
            </a:extLst>
          </p:cNvPr>
          <p:cNvGrpSpPr/>
          <p:nvPr/>
        </p:nvGrpSpPr>
        <p:grpSpPr>
          <a:xfrm>
            <a:off x="4079559" y="3931384"/>
            <a:ext cx="891540" cy="369332"/>
            <a:chOff x="1897380" y="1916668"/>
            <a:chExt cx="891540" cy="369332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83D939A-9A2F-442F-A1ED-F80E3EC4633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4F36334-849A-E511-EFEC-DAEE9CFA6B3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EF3DA9D-F230-6560-7376-55118ACDA1BB}"/>
              </a:ext>
            </a:extLst>
          </p:cNvPr>
          <p:cNvGrpSpPr/>
          <p:nvPr/>
        </p:nvGrpSpPr>
        <p:grpSpPr>
          <a:xfrm>
            <a:off x="4079559" y="4602956"/>
            <a:ext cx="891540" cy="369332"/>
            <a:chOff x="1897380" y="1916668"/>
            <a:chExt cx="891540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0D12516-CCD1-2CCA-885E-E1BC32C833F7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7F56132-8074-6B0D-3809-5C4F8B025833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BA3BF1B-DE2D-F3AC-5A4B-2B7B1B505FD6}"/>
              </a:ext>
            </a:extLst>
          </p:cNvPr>
          <p:cNvGrpSpPr/>
          <p:nvPr/>
        </p:nvGrpSpPr>
        <p:grpSpPr>
          <a:xfrm>
            <a:off x="4079559" y="5274528"/>
            <a:ext cx="891540" cy="369332"/>
            <a:chOff x="1897380" y="1916668"/>
            <a:chExt cx="891540" cy="36933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1599D13-A0FB-7FF6-82CB-2D31B74975C4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471D810-418B-9CC7-25A3-445FA075CA90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D4E7D51-0FD0-1E25-5554-8DD4009AF6F2}"/>
              </a:ext>
            </a:extLst>
          </p:cNvPr>
          <p:cNvGrpSpPr/>
          <p:nvPr/>
        </p:nvGrpSpPr>
        <p:grpSpPr>
          <a:xfrm>
            <a:off x="4079559" y="5946099"/>
            <a:ext cx="891540" cy="369332"/>
            <a:chOff x="1897380" y="1916668"/>
            <a:chExt cx="891540" cy="369332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6175FF9-91FC-E27F-978B-76994518E39F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FAEF6E1-B810-7874-5763-04FB7A986F82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75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EA029-5325-BCF3-D6D0-3EDB8D2EA0A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6F1929-4495-A8B1-8188-17BF6F6CC614}"/>
              </a:ext>
            </a:extLst>
          </p:cNvPr>
          <p:cNvGraphicFramePr>
            <a:graphicFrameLocks noGrp="1"/>
          </p:cNvGraphicFramePr>
          <p:nvPr/>
        </p:nvGraphicFramePr>
        <p:xfrm>
          <a:off x="292455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5E9991-3848-78E4-9BAA-FD1A06B45F0A}"/>
              </a:ext>
            </a:extLst>
          </p:cNvPr>
          <p:cNvGraphicFramePr>
            <a:graphicFrameLocks noGrp="1"/>
          </p:cNvGraphicFramePr>
          <p:nvPr/>
        </p:nvGraphicFramePr>
        <p:xfrm>
          <a:off x="5117580" y="1250947"/>
          <a:ext cx="1190170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901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 &gt; 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9AFFAA9-9F59-63D8-3E1E-CFDAE636F9D4}"/>
              </a:ext>
            </a:extLst>
          </p:cNvPr>
          <p:cNvGraphicFramePr>
            <a:graphicFrameLocks noGrp="1"/>
          </p:cNvGraphicFramePr>
          <p:nvPr/>
        </p:nvGraphicFramePr>
        <p:xfrm>
          <a:off x="7480822" y="1250947"/>
          <a:ext cx="1512125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12125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V[V*2 &gt; 60]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73277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vector: </a:t>
            </a:r>
            <a:r>
              <a:rPr lang="en-US" dirty="0">
                <a:highlight>
                  <a:srgbClr val="FFFF00"/>
                </a:highlight>
              </a:rPr>
              <a:t>V[V*2 &gt; 60]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B14B72-117C-944D-13E7-2EBE3822E5B0}"/>
              </a:ext>
            </a:extLst>
          </p:cNvPr>
          <p:cNvGrpSpPr/>
          <p:nvPr/>
        </p:nvGrpSpPr>
        <p:grpSpPr>
          <a:xfrm>
            <a:off x="1897380" y="1916668"/>
            <a:ext cx="891540" cy="369332"/>
            <a:chOff x="1897380" y="1916668"/>
            <a:chExt cx="891540" cy="36933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E0B7299-FBFB-C143-D9AD-9D70C200D279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22F4A8-1576-BE1D-7615-5E140B2DC3D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457299-4172-2715-4E4A-B9043C3A86B0}"/>
              </a:ext>
            </a:extLst>
          </p:cNvPr>
          <p:cNvGrpSpPr/>
          <p:nvPr/>
        </p:nvGrpSpPr>
        <p:grpSpPr>
          <a:xfrm>
            <a:off x="1911941" y="2588240"/>
            <a:ext cx="891540" cy="369332"/>
            <a:chOff x="1897380" y="1916668"/>
            <a:chExt cx="891540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1E0CD11-79D7-1811-371A-82D5D76C6628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31CB9D-F6DC-4914-65F3-7D17741383A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09573A-66C0-0BA2-9F41-8D97C0AEF5B4}"/>
              </a:ext>
            </a:extLst>
          </p:cNvPr>
          <p:cNvGrpSpPr/>
          <p:nvPr/>
        </p:nvGrpSpPr>
        <p:grpSpPr>
          <a:xfrm>
            <a:off x="1894149" y="3259812"/>
            <a:ext cx="891540" cy="369332"/>
            <a:chOff x="1897380" y="1916668"/>
            <a:chExt cx="891540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BD15DEC-4F7A-CEE3-EAF5-DEA10A7428B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9D1B6F-5649-15CA-B76F-0AA5C23C955D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5E4392-77D5-5C94-9326-8B497E3E9D46}"/>
              </a:ext>
            </a:extLst>
          </p:cNvPr>
          <p:cNvGrpSpPr/>
          <p:nvPr/>
        </p:nvGrpSpPr>
        <p:grpSpPr>
          <a:xfrm>
            <a:off x="1894149" y="3931384"/>
            <a:ext cx="891540" cy="369332"/>
            <a:chOff x="1897380" y="1916668"/>
            <a:chExt cx="891540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6308221-7B52-B6D0-F49E-8B52367FE815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589394-1607-A915-3207-59CEFA34B3EC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627CF4-7EF5-1FC8-0969-0C73F2C5D8FC}"/>
              </a:ext>
            </a:extLst>
          </p:cNvPr>
          <p:cNvGrpSpPr/>
          <p:nvPr/>
        </p:nvGrpSpPr>
        <p:grpSpPr>
          <a:xfrm>
            <a:off x="1897959" y="4602956"/>
            <a:ext cx="891540" cy="369332"/>
            <a:chOff x="1897380" y="1916668"/>
            <a:chExt cx="891540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1D3CB65-77A0-14C0-A918-6659231E8F26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AA05B0-ADB0-7C3B-EFA6-9176D3E28F07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A1935A-57E9-E0EB-FEA4-F43C849B0954}"/>
              </a:ext>
            </a:extLst>
          </p:cNvPr>
          <p:cNvGrpSpPr/>
          <p:nvPr/>
        </p:nvGrpSpPr>
        <p:grpSpPr>
          <a:xfrm>
            <a:off x="1892891" y="5274528"/>
            <a:ext cx="891540" cy="369332"/>
            <a:chOff x="1897380" y="1916668"/>
            <a:chExt cx="891540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B637C49-127E-79D9-1046-81988E5350F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80A1DF-EAFE-C96D-AAB1-D1BB673B6FCF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4C47CE0-4D5C-53F2-8FD2-AF2F42650B2B}"/>
              </a:ext>
            </a:extLst>
          </p:cNvPr>
          <p:cNvGrpSpPr/>
          <p:nvPr/>
        </p:nvGrpSpPr>
        <p:grpSpPr>
          <a:xfrm>
            <a:off x="1874470" y="5946099"/>
            <a:ext cx="891540" cy="369332"/>
            <a:chOff x="1897380" y="1916668"/>
            <a:chExt cx="891540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290E2E0-6145-1CA1-CA46-DD4A7AC8F64E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3F913D-3C6C-BE0C-E118-02BD78AD794E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1E2DE7-B115-05F9-C235-3768CF377C31}"/>
              </a:ext>
            </a:extLst>
          </p:cNvPr>
          <p:cNvGrpSpPr/>
          <p:nvPr/>
        </p:nvGrpSpPr>
        <p:grpSpPr>
          <a:xfrm>
            <a:off x="4079559" y="1916668"/>
            <a:ext cx="891540" cy="369332"/>
            <a:chOff x="1897380" y="1916668"/>
            <a:chExt cx="891540" cy="369332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5C3C0DA-FE6C-3CEA-8237-5B79AE0A590F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B09981-D5AC-25D9-67D9-571E8DED612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7C91D2-127C-1A4F-1549-CB2202A8B6C0}"/>
              </a:ext>
            </a:extLst>
          </p:cNvPr>
          <p:cNvGrpSpPr/>
          <p:nvPr/>
        </p:nvGrpSpPr>
        <p:grpSpPr>
          <a:xfrm>
            <a:off x="4079559" y="2588240"/>
            <a:ext cx="891540" cy="369332"/>
            <a:chOff x="1897380" y="1916668"/>
            <a:chExt cx="891540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7DA5689-1E9F-2AAA-DFDB-7F15D83E961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C7FA502-F6B4-03D4-75B5-891230936F9B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F0E51CA-0B4F-98AE-3C39-441DBA02773F}"/>
              </a:ext>
            </a:extLst>
          </p:cNvPr>
          <p:cNvGrpSpPr/>
          <p:nvPr/>
        </p:nvGrpSpPr>
        <p:grpSpPr>
          <a:xfrm>
            <a:off x="4079559" y="3259812"/>
            <a:ext cx="891540" cy="369332"/>
            <a:chOff x="1897380" y="1916668"/>
            <a:chExt cx="891540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EE5B3F-E744-9537-A8F8-C270E2DC622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FF282C5-EBB0-3140-EA74-EA629F7BA65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EB76CA-7F46-90D4-D7AC-2C4CEDBF4B81}"/>
              </a:ext>
            </a:extLst>
          </p:cNvPr>
          <p:cNvGrpSpPr/>
          <p:nvPr/>
        </p:nvGrpSpPr>
        <p:grpSpPr>
          <a:xfrm>
            <a:off x="4079559" y="3931384"/>
            <a:ext cx="891540" cy="369332"/>
            <a:chOff x="1897380" y="1916668"/>
            <a:chExt cx="891540" cy="369332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6D16A4B-30C0-41EC-4D6D-BC47D1983AE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C87630-2F90-5602-B1BB-23E2DB6A8301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A81E32-E71B-383B-C5AE-6D6DF248E415}"/>
              </a:ext>
            </a:extLst>
          </p:cNvPr>
          <p:cNvGrpSpPr/>
          <p:nvPr/>
        </p:nvGrpSpPr>
        <p:grpSpPr>
          <a:xfrm>
            <a:off x="4079559" y="4602956"/>
            <a:ext cx="891540" cy="369332"/>
            <a:chOff x="1897380" y="1916668"/>
            <a:chExt cx="891540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73C09ED-4CC7-859E-2978-D63EE5ED1732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787557-6A46-807F-8C21-B5506D9B451A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389F9A0-8BD4-121F-F02A-CABB3A5FA430}"/>
              </a:ext>
            </a:extLst>
          </p:cNvPr>
          <p:cNvGrpSpPr/>
          <p:nvPr/>
        </p:nvGrpSpPr>
        <p:grpSpPr>
          <a:xfrm>
            <a:off x="4079559" y="5274528"/>
            <a:ext cx="891540" cy="369332"/>
            <a:chOff x="1897380" y="1916668"/>
            <a:chExt cx="891540" cy="36933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8E67209-78BF-916C-6F43-4A6CCA4454B5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A9FE358-8272-2854-E7F9-FA4414FAF0F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DCD475D-A8B2-0F22-32EF-5CDFD69A3421}"/>
              </a:ext>
            </a:extLst>
          </p:cNvPr>
          <p:cNvGrpSpPr/>
          <p:nvPr/>
        </p:nvGrpSpPr>
        <p:grpSpPr>
          <a:xfrm>
            <a:off x="4079559" y="5946099"/>
            <a:ext cx="891540" cy="369332"/>
            <a:chOff x="1897380" y="1916668"/>
            <a:chExt cx="891540" cy="369332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44A98DB-C9DB-3400-9901-AC7CB0718927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F9D2D9-D253-DE56-6C7E-5F557555C159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148B3B-3003-FC84-2B96-4464767AF3E8}"/>
              </a:ext>
            </a:extLst>
          </p:cNvPr>
          <p:cNvCxnSpPr>
            <a:cxnSpLocks/>
          </p:cNvCxnSpPr>
          <p:nvPr/>
        </p:nvCxnSpPr>
        <p:spPr>
          <a:xfrm>
            <a:off x="6448515" y="2294632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D98D87D-E019-0FF6-B62B-A28686F40642}"/>
              </a:ext>
            </a:extLst>
          </p:cNvPr>
          <p:cNvCxnSpPr>
            <a:cxnSpLocks/>
          </p:cNvCxnSpPr>
          <p:nvPr/>
        </p:nvCxnSpPr>
        <p:spPr>
          <a:xfrm>
            <a:off x="6448515" y="2960955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82A1BCD-8363-5858-8D3F-6E0A6DDB89B9}"/>
              </a:ext>
            </a:extLst>
          </p:cNvPr>
          <p:cNvCxnSpPr>
            <a:cxnSpLocks/>
          </p:cNvCxnSpPr>
          <p:nvPr/>
        </p:nvCxnSpPr>
        <p:spPr>
          <a:xfrm>
            <a:off x="6448515" y="3627278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A5F07A5-3FAE-4522-5F5A-518B88D5CB50}"/>
              </a:ext>
            </a:extLst>
          </p:cNvPr>
          <p:cNvCxnSpPr>
            <a:cxnSpLocks/>
          </p:cNvCxnSpPr>
          <p:nvPr/>
        </p:nvCxnSpPr>
        <p:spPr>
          <a:xfrm>
            <a:off x="6448515" y="4293601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9670130-8191-5EFF-EDA3-B2E51944A419}"/>
              </a:ext>
            </a:extLst>
          </p:cNvPr>
          <p:cNvCxnSpPr>
            <a:cxnSpLocks/>
          </p:cNvCxnSpPr>
          <p:nvPr/>
        </p:nvCxnSpPr>
        <p:spPr>
          <a:xfrm>
            <a:off x="6448515" y="4959924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95A5C63-610A-103D-09FC-70070DE1A361}"/>
              </a:ext>
            </a:extLst>
          </p:cNvPr>
          <p:cNvCxnSpPr>
            <a:cxnSpLocks/>
          </p:cNvCxnSpPr>
          <p:nvPr/>
        </p:nvCxnSpPr>
        <p:spPr>
          <a:xfrm>
            <a:off x="6448515" y="5626247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C20C04-EAE0-EE32-0346-854DA0C75159}"/>
              </a:ext>
            </a:extLst>
          </p:cNvPr>
          <p:cNvCxnSpPr>
            <a:cxnSpLocks/>
          </p:cNvCxnSpPr>
          <p:nvPr/>
        </p:nvCxnSpPr>
        <p:spPr>
          <a:xfrm>
            <a:off x="6448515" y="6292571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Multiply 59">
            <a:extLst>
              <a:ext uri="{FF2B5EF4-FFF2-40B4-BE49-F238E27FC236}">
                <a16:creationId xmlns:a16="http://schemas.microsoft.com/office/drawing/2014/main" id="{0DF0F4FD-D386-CF2D-3118-8A70550604FF}"/>
              </a:ext>
            </a:extLst>
          </p:cNvPr>
          <p:cNvSpPr/>
          <p:nvPr/>
        </p:nvSpPr>
        <p:spPr>
          <a:xfrm>
            <a:off x="6448515" y="1894918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ultiply 60">
            <a:extLst>
              <a:ext uri="{FF2B5EF4-FFF2-40B4-BE49-F238E27FC236}">
                <a16:creationId xmlns:a16="http://schemas.microsoft.com/office/drawing/2014/main" id="{C6A6777D-10E0-16A6-2299-AAD1B00EA4F1}"/>
              </a:ext>
            </a:extLst>
          </p:cNvPr>
          <p:cNvSpPr/>
          <p:nvPr/>
        </p:nvSpPr>
        <p:spPr>
          <a:xfrm>
            <a:off x="6448515" y="2566490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Multiply 61">
            <a:extLst>
              <a:ext uri="{FF2B5EF4-FFF2-40B4-BE49-F238E27FC236}">
                <a16:creationId xmlns:a16="http://schemas.microsoft.com/office/drawing/2014/main" id="{BCDB8176-FE31-8F87-9AAB-F78BE45C3EF6}"/>
              </a:ext>
            </a:extLst>
          </p:cNvPr>
          <p:cNvSpPr/>
          <p:nvPr/>
        </p:nvSpPr>
        <p:spPr>
          <a:xfrm>
            <a:off x="6440884" y="3229428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ultiply 62">
            <a:extLst>
              <a:ext uri="{FF2B5EF4-FFF2-40B4-BE49-F238E27FC236}">
                <a16:creationId xmlns:a16="http://schemas.microsoft.com/office/drawing/2014/main" id="{EAB32CCF-260E-1525-A305-B0ABF868045C}"/>
              </a:ext>
            </a:extLst>
          </p:cNvPr>
          <p:cNvSpPr/>
          <p:nvPr/>
        </p:nvSpPr>
        <p:spPr>
          <a:xfrm>
            <a:off x="6448515" y="5274528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18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EA029-5325-BCF3-D6D0-3EDB8D2EA0A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6F1929-4495-A8B1-8188-17BF6F6CC614}"/>
              </a:ext>
            </a:extLst>
          </p:cNvPr>
          <p:cNvGraphicFramePr>
            <a:graphicFrameLocks noGrp="1"/>
          </p:cNvGraphicFramePr>
          <p:nvPr/>
        </p:nvGraphicFramePr>
        <p:xfrm>
          <a:off x="292455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5E9991-3848-78E4-9BAA-FD1A06B45F0A}"/>
              </a:ext>
            </a:extLst>
          </p:cNvPr>
          <p:cNvGraphicFramePr>
            <a:graphicFrameLocks noGrp="1"/>
          </p:cNvGraphicFramePr>
          <p:nvPr/>
        </p:nvGraphicFramePr>
        <p:xfrm>
          <a:off x="5117580" y="1250947"/>
          <a:ext cx="1190170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901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 &gt; 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9AFFAA9-9F59-63D8-3E1E-CFDAE636F9D4}"/>
              </a:ext>
            </a:extLst>
          </p:cNvPr>
          <p:cNvGraphicFramePr>
            <a:graphicFrameLocks noGrp="1"/>
          </p:cNvGraphicFramePr>
          <p:nvPr/>
        </p:nvGraphicFramePr>
        <p:xfrm>
          <a:off x="7480822" y="1250947"/>
          <a:ext cx="1512125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12125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V[V*2 &gt; 60]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1AFFB6F-0665-92C9-3A45-97188430E135}"/>
              </a:ext>
            </a:extLst>
          </p:cNvPr>
          <p:cNvGraphicFramePr>
            <a:graphicFrameLocks noGrp="1"/>
          </p:cNvGraphicFramePr>
          <p:nvPr/>
        </p:nvGraphicFramePr>
        <p:xfrm>
          <a:off x="10166018" y="2588103"/>
          <a:ext cx="1512125" cy="267431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12125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V[V*2 &gt; 60]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73277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vector: </a:t>
            </a:r>
            <a:r>
              <a:rPr lang="en-US" dirty="0">
                <a:highlight>
                  <a:srgbClr val="FFFF00"/>
                </a:highlight>
              </a:rPr>
              <a:t>V[V*2 &gt; 60]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B14B72-117C-944D-13E7-2EBE3822E5B0}"/>
              </a:ext>
            </a:extLst>
          </p:cNvPr>
          <p:cNvGrpSpPr/>
          <p:nvPr/>
        </p:nvGrpSpPr>
        <p:grpSpPr>
          <a:xfrm>
            <a:off x="1897380" y="1916668"/>
            <a:ext cx="891540" cy="369332"/>
            <a:chOff x="1897380" y="1916668"/>
            <a:chExt cx="891540" cy="36933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E0B7299-FBFB-C143-D9AD-9D70C200D279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22F4A8-1576-BE1D-7615-5E140B2DC3D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457299-4172-2715-4E4A-B9043C3A86B0}"/>
              </a:ext>
            </a:extLst>
          </p:cNvPr>
          <p:cNvGrpSpPr/>
          <p:nvPr/>
        </p:nvGrpSpPr>
        <p:grpSpPr>
          <a:xfrm>
            <a:off x="1911941" y="2588240"/>
            <a:ext cx="891540" cy="369332"/>
            <a:chOff x="1897380" y="1916668"/>
            <a:chExt cx="891540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1E0CD11-79D7-1811-371A-82D5D76C6628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31CB9D-F6DC-4914-65F3-7D17741383A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09573A-66C0-0BA2-9F41-8D97C0AEF5B4}"/>
              </a:ext>
            </a:extLst>
          </p:cNvPr>
          <p:cNvGrpSpPr/>
          <p:nvPr/>
        </p:nvGrpSpPr>
        <p:grpSpPr>
          <a:xfrm>
            <a:off x="1894149" y="3259812"/>
            <a:ext cx="891540" cy="369332"/>
            <a:chOff x="1897380" y="1916668"/>
            <a:chExt cx="891540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BD15DEC-4F7A-CEE3-EAF5-DEA10A7428B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9D1B6F-5649-15CA-B76F-0AA5C23C955D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5E4392-77D5-5C94-9326-8B497E3E9D46}"/>
              </a:ext>
            </a:extLst>
          </p:cNvPr>
          <p:cNvGrpSpPr/>
          <p:nvPr/>
        </p:nvGrpSpPr>
        <p:grpSpPr>
          <a:xfrm>
            <a:off x="1894149" y="3931384"/>
            <a:ext cx="891540" cy="369332"/>
            <a:chOff x="1897380" y="1916668"/>
            <a:chExt cx="891540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6308221-7B52-B6D0-F49E-8B52367FE815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589394-1607-A915-3207-59CEFA34B3EC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627CF4-7EF5-1FC8-0969-0C73F2C5D8FC}"/>
              </a:ext>
            </a:extLst>
          </p:cNvPr>
          <p:cNvGrpSpPr/>
          <p:nvPr/>
        </p:nvGrpSpPr>
        <p:grpSpPr>
          <a:xfrm>
            <a:off x="1897959" y="4602956"/>
            <a:ext cx="891540" cy="369332"/>
            <a:chOff x="1897380" y="1916668"/>
            <a:chExt cx="891540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1D3CB65-77A0-14C0-A918-6659231E8F26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AA05B0-ADB0-7C3B-EFA6-9176D3E28F07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A1935A-57E9-E0EB-FEA4-F43C849B0954}"/>
              </a:ext>
            </a:extLst>
          </p:cNvPr>
          <p:cNvGrpSpPr/>
          <p:nvPr/>
        </p:nvGrpSpPr>
        <p:grpSpPr>
          <a:xfrm>
            <a:off x="1892891" y="5274528"/>
            <a:ext cx="891540" cy="369332"/>
            <a:chOff x="1897380" y="1916668"/>
            <a:chExt cx="891540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B637C49-127E-79D9-1046-81988E5350F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80A1DF-EAFE-C96D-AAB1-D1BB673B6FCF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4C47CE0-4D5C-53F2-8FD2-AF2F42650B2B}"/>
              </a:ext>
            </a:extLst>
          </p:cNvPr>
          <p:cNvGrpSpPr/>
          <p:nvPr/>
        </p:nvGrpSpPr>
        <p:grpSpPr>
          <a:xfrm>
            <a:off x="1874470" y="5946099"/>
            <a:ext cx="891540" cy="369332"/>
            <a:chOff x="1897380" y="1916668"/>
            <a:chExt cx="891540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290E2E0-6145-1CA1-CA46-DD4A7AC8F64E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3F913D-3C6C-BE0C-E118-02BD78AD794E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1E2DE7-B115-05F9-C235-3768CF377C31}"/>
              </a:ext>
            </a:extLst>
          </p:cNvPr>
          <p:cNvGrpSpPr/>
          <p:nvPr/>
        </p:nvGrpSpPr>
        <p:grpSpPr>
          <a:xfrm>
            <a:off x="4079559" y="1916668"/>
            <a:ext cx="891540" cy="369332"/>
            <a:chOff x="1897380" y="1916668"/>
            <a:chExt cx="891540" cy="369332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5C3C0DA-FE6C-3CEA-8237-5B79AE0A590F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B09981-D5AC-25D9-67D9-571E8DED612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7C91D2-127C-1A4F-1549-CB2202A8B6C0}"/>
              </a:ext>
            </a:extLst>
          </p:cNvPr>
          <p:cNvGrpSpPr/>
          <p:nvPr/>
        </p:nvGrpSpPr>
        <p:grpSpPr>
          <a:xfrm>
            <a:off x="4079559" y="2588240"/>
            <a:ext cx="891540" cy="369332"/>
            <a:chOff x="1897380" y="1916668"/>
            <a:chExt cx="891540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7DA5689-1E9F-2AAA-DFDB-7F15D83E961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C7FA502-F6B4-03D4-75B5-891230936F9B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F0E51CA-0B4F-98AE-3C39-441DBA02773F}"/>
              </a:ext>
            </a:extLst>
          </p:cNvPr>
          <p:cNvGrpSpPr/>
          <p:nvPr/>
        </p:nvGrpSpPr>
        <p:grpSpPr>
          <a:xfrm>
            <a:off x="4079559" y="3259812"/>
            <a:ext cx="891540" cy="369332"/>
            <a:chOff x="1897380" y="1916668"/>
            <a:chExt cx="891540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EE5B3F-E744-9537-A8F8-C270E2DC622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FF282C5-EBB0-3140-EA74-EA629F7BA65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EB76CA-7F46-90D4-D7AC-2C4CEDBF4B81}"/>
              </a:ext>
            </a:extLst>
          </p:cNvPr>
          <p:cNvGrpSpPr/>
          <p:nvPr/>
        </p:nvGrpSpPr>
        <p:grpSpPr>
          <a:xfrm>
            <a:off x="4079559" y="3931384"/>
            <a:ext cx="891540" cy="369332"/>
            <a:chOff x="1897380" y="1916668"/>
            <a:chExt cx="891540" cy="369332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6D16A4B-30C0-41EC-4D6D-BC47D1983AE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C87630-2F90-5602-B1BB-23E2DB6A8301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A81E32-E71B-383B-C5AE-6D6DF248E415}"/>
              </a:ext>
            </a:extLst>
          </p:cNvPr>
          <p:cNvGrpSpPr/>
          <p:nvPr/>
        </p:nvGrpSpPr>
        <p:grpSpPr>
          <a:xfrm>
            <a:off x="4079559" y="4602956"/>
            <a:ext cx="891540" cy="369332"/>
            <a:chOff x="1897380" y="1916668"/>
            <a:chExt cx="891540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73C09ED-4CC7-859E-2978-D63EE5ED1732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787557-6A46-807F-8C21-B5506D9B451A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389F9A0-8BD4-121F-F02A-CABB3A5FA430}"/>
              </a:ext>
            </a:extLst>
          </p:cNvPr>
          <p:cNvGrpSpPr/>
          <p:nvPr/>
        </p:nvGrpSpPr>
        <p:grpSpPr>
          <a:xfrm>
            <a:off x="4079559" y="5274528"/>
            <a:ext cx="891540" cy="369332"/>
            <a:chOff x="1897380" y="1916668"/>
            <a:chExt cx="891540" cy="36933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8E67209-78BF-916C-6F43-4A6CCA4454B5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A9FE358-8272-2854-E7F9-FA4414FAF0F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DCD475D-A8B2-0F22-32EF-5CDFD69A3421}"/>
              </a:ext>
            </a:extLst>
          </p:cNvPr>
          <p:cNvGrpSpPr/>
          <p:nvPr/>
        </p:nvGrpSpPr>
        <p:grpSpPr>
          <a:xfrm>
            <a:off x="4079559" y="5946099"/>
            <a:ext cx="891540" cy="369332"/>
            <a:chOff x="1897380" y="1916668"/>
            <a:chExt cx="891540" cy="369332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44A98DB-C9DB-3400-9901-AC7CB0718927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F9D2D9-D253-DE56-6C7E-5F557555C159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D98D87D-E019-0FF6-B62B-A28686F40642}"/>
              </a:ext>
            </a:extLst>
          </p:cNvPr>
          <p:cNvCxnSpPr>
            <a:cxnSpLocks/>
          </p:cNvCxnSpPr>
          <p:nvPr/>
        </p:nvCxnSpPr>
        <p:spPr>
          <a:xfrm>
            <a:off x="6448515" y="2960955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82A1BCD-8363-5858-8D3F-6E0A6DDB89B9}"/>
              </a:ext>
            </a:extLst>
          </p:cNvPr>
          <p:cNvCxnSpPr>
            <a:cxnSpLocks/>
          </p:cNvCxnSpPr>
          <p:nvPr/>
        </p:nvCxnSpPr>
        <p:spPr>
          <a:xfrm>
            <a:off x="6448515" y="3627278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A5F07A5-3FAE-4522-5F5A-518B88D5CB50}"/>
              </a:ext>
            </a:extLst>
          </p:cNvPr>
          <p:cNvCxnSpPr>
            <a:cxnSpLocks/>
          </p:cNvCxnSpPr>
          <p:nvPr/>
        </p:nvCxnSpPr>
        <p:spPr>
          <a:xfrm>
            <a:off x="6448515" y="4293601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9670130-8191-5EFF-EDA3-B2E51944A419}"/>
              </a:ext>
            </a:extLst>
          </p:cNvPr>
          <p:cNvCxnSpPr>
            <a:cxnSpLocks/>
          </p:cNvCxnSpPr>
          <p:nvPr/>
        </p:nvCxnSpPr>
        <p:spPr>
          <a:xfrm>
            <a:off x="6448515" y="4959924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95A5C63-610A-103D-09FC-70070DE1A361}"/>
              </a:ext>
            </a:extLst>
          </p:cNvPr>
          <p:cNvCxnSpPr>
            <a:cxnSpLocks/>
          </p:cNvCxnSpPr>
          <p:nvPr/>
        </p:nvCxnSpPr>
        <p:spPr>
          <a:xfrm>
            <a:off x="6448515" y="5626247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C20C04-EAE0-EE32-0346-854DA0C75159}"/>
              </a:ext>
            </a:extLst>
          </p:cNvPr>
          <p:cNvCxnSpPr>
            <a:cxnSpLocks/>
          </p:cNvCxnSpPr>
          <p:nvPr/>
        </p:nvCxnSpPr>
        <p:spPr>
          <a:xfrm>
            <a:off x="6448515" y="6292571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D821B64-16D4-E147-A90A-B0DCE02BC00E}"/>
              </a:ext>
            </a:extLst>
          </p:cNvPr>
          <p:cNvGrpSpPr/>
          <p:nvPr/>
        </p:nvGrpSpPr>
        <p:grpSpPr>
          <a:xfrm>
            <a:off x="6448515" y="1894918"/>
            <a:ext cx="891540" cy="782163"/>
            <a:chOff x="6448515" y="1894918"/>
            <a:chExt cx="891540" cy="782163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F148B3B-3003-FC84-2B96-4464767AF3E8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ultiply 59">
              <a:extLst>
                <a:ext uri="{FF2B5EF4-FFF2-40B4-BE49-F238E27FC236}">
                  <a16:creationId xmlns:a16="http://schemas.microsoft.com/office/drawing/2014/main" id="{0DF0F4FD-D386-CF2D-3118-8A70550604FF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Multiply 60">
            <a:extLst>
              <a:ext uri="{FF2B5EF4-FFF2-40B4-BE49-F238E27FC236}">
                <a16:creationId xmlns:a16="http://schemas.microsoft.com/office/drawing/2014/main" id="{C6A6777D-10E0-16A6-2299-AAD1B00EA4F1}"/>
              </a:ext>
            </a:extLst>
          </p:cNvPr>
          <p:cNvSpPr/>
          <p:nvPr/>
        </p:nvSpPr>
        <p:spPr>
          <a:xfrm>
            <a:off x="6448515" y="2566490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Multiply 61">
            <a:extLst>
              <a:ext uri="{FF2B5EF4-FFF2-40B4-BE49-F238E27FC236}">
                <a16:creationId xmlns:a16="http://schemas.microsoft.com/office/drawing/2014/main" id="{BCDB8176-FE31-8F87-9AAB-F78BE45C3EF6}"/>
              </a:ext>
            </a:extLst>
          </p:cNvPr>
          <p:cNvSpPr/>
          <p:nvPr/>
        </p:nvSpPr>
        <p:spPr>
          <a:xfrm>
            <a:off x="6440884" y="3229428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ultiply 62">
            <a:extLst>
              <a:ext uri="{FF2B5EF4-FFF2-40B4-BE49-F238E27FC236}">
                <a16:creationId xmlns:a16="http://schemas.microsoft.com/office/drawing/2014/main" id="{EAB32CCF-260E-1525-A305-B0ABF868045C}"/>
              </a:ext>
            </a:extLst>
          </p:cNvPr>
          <p:cNvSpPr/>
          <p:nvPr/>
        </p:nvSpPr>
        <p:spPr>
          <a:xfrm>
            <a:off x="6448515" y="5274528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55D2698-77EA-FD2C-DC50-7EB2289BFA65}"/>
              </a:ext>
            </a:extLst>
          </p:cNvPr>
          <p:cNvCxnSpPr>
            <a:cxnSpLocks/>
          </p:cNvCxnSpPr>
          <p:nvPr/>
        </p:nvCxnSpPr>
        <p:spPr>
          <a:xfrm flipV="1">
            <a:off x="9115515" y="3627278"/>
            <a:ext cx="977175" cy="627449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CF2EF92-FB96-FDB2-15A4-3C406CB73D68}"/>
              </a:ext>
            </a:extLst>
          </p:cNvPr>
          <p:cNvCxnSpPr>
            <a:cxnSpLocks/>
          </p:cNvCxnSpPr>
          <p:nvPr/>
        </p:nvCxnSpPr>
        <p:spPr>
          <a:xfrm flipV="1">
            <a:off x="9115515" y="4300716"/>
            <a:ext cx="977175" cy="595657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2ADF173-0958-6E9F-8F29-5C7A7713BE96}"/>
              </a:ext>
            </a:extLst>
          </p:cNvPr>
          <p:cNvCxnSpPr>
            <a:cxnSpLocks/>
          </p:cNvCxnSpPr>
          <p:nvPr/>
        </p:nvCxnSpPr>
        <p:spPr>
          <a:xfrm flipV="1">
            <a:off x="9115515" y="4972288"/>
            <a:ext cx="977175" cy="1276161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4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>
                <a:highlight>
                  <a:srgbClr val="FFFF00"/>
                </a:highlight>
              </a:rPr>
              <a:t>df</a:t>
            </a:r>
            <a:r>
              <a:rPr lang="en-US" dirty="0"/>
              <a:t> |&gt; filter(type == “</a:t>
            </a:r>
            <a:r>
              <a:rPr lang="en-US" dirty="0" err="1"/>
              <a:t>wt</a:t>
            </a:r>
            <a:r>
              <a:rPr lang="en-US" dirty="0"/>
              <a:t>”, treatment == “n”)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1BE4ED-BD14-DC66-7B3E-94E4B78BB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56226"/>
              </p:ext>
            </p:extLst>
          </p:nvPr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070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|&gt; filter(</a:t>
            </a:r>
            <a:r>
              <a:rPr lang="en-US" dirty="0">
                <a:highlight>
                  <a:srgbClr val="FFFF00"/>
                </a:highlight>
              </a:rPr>
              <a:t>type == “</a:t>
            </a:r>
            <a:r>
              <a:rPr lang="en-US" dirty="0" err="1">
                <a:highlight>
                  <a:srgbClr val="FFFF00"/>
                </a:highlight>
              </a:rPr>
              <a:t>wt</a:t>
            </a:r>
            <a:r>
              <a:rPr lang="en-US" dirty="0">
                <a:highlight>
                  <a:srgbClr val="FFFF00"/>
                </a:highlight>
              </a:rPr>
              <a:t>”, </a:t>
            </a:r>
            <a:r>
              <a:rPr lang="en-US" dirty="0"/>
              <a:t>treatment == “n”)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D57482-A5A1-4638-8748-1745206AB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56226"/>
              </p:ext>
            </p:extLst>
          </p:nvPr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CF6E3F-823D-D33B-F91B-48A56FD81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789797"/>
              </p:ext>
            </p:extLst>
          </p:nvPr>
        </p:nvGraphicFramePr>
        <p:xfrm>
          <a:off x="2822258" y="1509376"/>
          <a:ext cx="15278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97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|&gt; filter(type == “</a:t>
            </a:r>
            <a:r>
              <a:rPr lang="en-US" dirty="0" err="1"/>
              <a:t>wt</a:t>
            </a:r>
            <a:r>
              <a:rPr lang="en-US" dirty="0"/>
              <a:t>”, </a:t>
            </a:r>
            <a:r>
              <a:rPr lang="en-US" dirty="0">
                <a:highlight>
                  <a:srgbClr val="FFFF00"/>
                </a:highlight>
              </a:rPr>
              <a:t>treatment == “n”)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E995FF-BCB7-C388-B1D8-16F34C3D4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776624"/>
              </p:ext>
            </p:extLst>
          </p:nvPr>
        </p:nvGraphicFramePr>
        <p:xfrm>
          <a:off x="5332095" y="1524502"/>
          <a:ext cx="15278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 == “n”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A23A97-5ACF-1798-4D09-9E85F011A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471071"/>
              </p:ext>
            </p:extLst>
          </p:nvPr>
        </p:nvGraphicFramePr>
        <p:xfrm>
          <a:off x="2822258" y="1509376"/>
          <a:ext cx="15278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C40102-9784-FA16-54D8-DB5440F61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485112"/>
              </p:ext>
            </p:extLst>
          </p:nvPr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15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|&gt; filter(</a:t>
            </a:r>
            <a:r>
              <a:rPr lang="en-US" dirty="0">
                <a:highlight>
                  <a:srgbClr val="FFFF00"/>
                </a:highlight>
              </a:rPr>
              <a:t>type == “</a:t>
            </a:r>
            <a:r>
              <a:rPr lang="en-US" dirty="0" err="1">
                <a:highlight>
                  <a:srgbClr val="FFFF00"/>
                </a:highlight>
              </a:rPr>
              <a:t>wt</a:t>
            </a:r>
            <a:r>
              <a:rPr lang="en-US" dirty="0">
                <a:highlight>
                  <a:srgbClr val="FFFF00"/>
                </a:highlight>
              </a:rPr>
              <a:t>”, treatment == “n”</a:t>
            </a:r>
            <a:r>
              <a:rPr lang="en-US" dirty="0"/>
              <a:t>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E995FF-BCB7-C388-B1D8-16F34C3D4F70}"/>
              </a:ext>
            </a:extLst>
          </p:cNvPr>
          <p:cNvGraphicFramePr>
            <a:graphicFrameLocks noGrp="1"/>
          </p:cNvGraphicFramePr>
          <p:nvPr/>
        </p:nvGraphicFramePr>
        <p:xfrm>
          <a:off x="5332095" y="1524502"/>
          <a:ext cx="15278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 == “n”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A23A97-5ACF-1798-4D09-9E85F011AEA8}"/>
              </a:ext>
            </a:extLst>
          </p:cNvPr>
          <p:cNvGraphicFramePr>
            <a:graphicFrameLocks noGrp="1"/>
          </p:cNvGraphicFramePr>
          <p:nvPr/>
        </p:nvGraphicFramePr>
        <p:xfrm>
          <a:off x="2822258" y="1509376"/>
          <a:ext cx="15278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FD067E-3ABC-0BB2-6AFB-926C2B079C84}"/>
              </a:ext>
            </a:extLst>
          </p:cNvPr>
          <p:cNvGraphicFramePr>
            <a:graphicFrameLocks noGrp="1"/>
          </p:cNvGraphicFramePr>
          <p:nvPr/>
        </p:nvGraphicFramePr>
        <p:xfrm>
          <a:off x="7841934" y="1523886"/>
          <a:ext cx="2228848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2884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 &amp;</a:t>
                      </a:r>
                    </a:p>
                    <a:p>
                      <a:pPr algn="ctr"/>
                      <a:r>
                        <a:rPr lang="en-US" dirty="0"/>
                        <a:t>treatment == “n”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B860FCF2-E49B-41D3-1CFE-50375F635407}"/>
              </a:ext>
            </a:extLst>
          </p:cNvPr>
          <p:cNvGrpSpPr/>
          <p:nvPr/>
        </p:nvGrpSpPr>
        <p:grpSpPr>
          <a:xfrm>
            <a:off x="4486275" y="2179558"/>
            <a:ext cx="725805" cy="369332"/>
            <a:chOff x="1897380" y="1916668"/>
            <a:chExt cx="891540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234570C-08A4-AA59-A897-53D91177F209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0EF82-B4D7-AA10-01F1-13C6D722B488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29DD41F-4EC4-B0AB-B2FC-7C77AA9205F3}"/>
              </a:ext>
            </a:extLst>
          </p:cNvPr>
          <p:cNvGrpSpPr/>
          <p:nvPr/>
        </p:nvGrpSpPr>
        <p:grpSpPr>
          <a:xfrm>
            <a:off x="4486275" y="2853436"/>
            <a:ext cx="725805" cy="369332"/>
            <a:chOff x="1897380" y="1916668"/>
            <a:chExt cx="891540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B1344EB-A3A5-9592-5C6D-39E796D4B8EF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B097DDF-190A-E26F-4FF6-C10FFD3252A9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A5881C-D8A3-53BA-4AAE-C7FB8E370DFA}"/>
              </a:ext>
            </a:extLst>
          </p:cNvPr>
          <p:cNvGrpSpPr/>
          <p:nvPr/>
        </p:nvGrpSpPr>
        <p:grpSpPr>
          <a:xfrm>
            <a:off x="4486275" y="4201192"/>
            <a:ext cx="725805" cy="369332"/>
            <a:chOff x="1897380" y="1916668"/>
            <a:chExt cx="891540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67D4BFE-5050-38AB-6774-7700A55CD951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372891-5204-BBEB-4042-10737FAAA7E9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E4726C-14EE-EA24-8C4F-D0822E88FEE9}"/>
              </a:ext>
            </a:extLst>
          </p:cNvPr>
          <p:cNvGrpSpPr/>
          <p:nvPr/>
        </p:nvGrpSpPr>
        <p:grpSpPr>
          <a:xfrm>
            <a:off x="4486275" y="3527314"/>
            <a:ext cx="725805" cy="369332"/>
            <a:chOff x="1897380" y="1916668"/>
            <a:chExt cx="891540" cy="36933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1C61B4B-DE1C-6DC9-2BD3-9C8BF639D867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769A09E-F840-64BD-E815-80DE1B4C89F9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88A458-033F-467D-523E-C61E30C3C872}"/>
              </a:ext>
            </a:extLst>
          </p:cNvPr>
          <p:cNvGrpSpPr/>
          <p:nvPr/>
        </p:nvGrpSpPr>
        <p:grpSpPr>
          <a:xfrm>
            <a:off x="4486275" y="4875070"/>
            <a:ext cx="725805" cy="369332"/>
            <a:chOff x="1897380" y="1916668"/>
            <a:chExt cx="891540" cy="369332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75DDA33-FDA5-F07E-3AC4-7AD83A1CB13E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9D21F5-7261-FE82-A741-5B5110CC9D8B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0BD64E-A3CF-AEA5-868C-E384D7CE3AD0}"/>
              </a:ext>
            </a:extLst>
          </p:cNvPr>
          <p:cNvGrpSpPr/>
          <p:nvPr/>
        </p:nvGrpSpPr>
        <p:grpSpPr>
          <a:xfrm>
            <a:off x="4486275" y="5548950"/>
            <a:ext cx="725805" cy="369332"/>
            <a:chOff x="1897380" y="1916668"/>
            <a:chExt cx="891540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D5EF5F-4CEA-45E6-601F-F3C04E41A688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9CFE01-613E-E930-C4DB-06642770E9BD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D83CE9-8DB6-7E69-C523-3E1EA6A646F6}"/>
              </a:ext>
            </a:extLst>
          </p:cNvPr>
          <p:cNvCxnSpPr>
            <a:cxnSpLocks/>
          </p:cNvCxnSpPr>
          <p:nvPr/>
        </p:nvCxnSpPr>
        <p:spPr>
          <a:xfrm>
            <a:off x="6950394" y="2521951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4995478-C1FA-1365-E2ED-2FEE61CAA10C}"/>
              </a:ext>
            </a:extLst>
          </p:cNvPr>
          <p:cNvCxnSpPr>
            <a:cxnSpLocks/>
          </p:cNvCxnSpPr>
          <p:nvPr/>
        </p:nvCxnSpPr>
        <p:spPr>
          <a:xfrm>
            <a:off x="6950394" y="3189733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01B1C9-8919-D5D3-9518-8A1D2E3D347B}"/>
              </a:ext>
            </a:extLst>
          </p:cNvPr>
          <p:cNvCxnSpPr>
            <a:cxnSpLocks/>
          </p:cNvCxnSpPr>
          <p:nvPr/>
        </p:nvCxnSpPr>
        <p:spPr>
          <a:xfrm>
            <a:off x="6950394" y="3857515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E81C736-0733-77E4-5646-CFDB8F8BACB0}"/>
              </a:ext>
            </a:extLst>
          </p:cNvPr>
          <p:cNvCxnSpPr>
            <a:cxnSpLocks/>
          </p:cNvCxnSpPr>
          <p:nvPr/>
        </p:nvCxnSpPr>
        <p:spPr>
          <a:xfrm>
            <a:off x="6950394" y="4525297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A152B5-6B13-C42E-72E3-4FF85535740F}"/>
              </a:ext>
            </a:extLst>
          </p:cNvPr>
          <p:cNvCxnSpPr>
            <a:cxnSpLocks/>
          </p:cNvCxnSpPr>
          <p:nvPr/>
        </p:nvCxnSpPr>
        <p:spPr>
          <a:xfrm>
            <a:off x="6950394" y="5193079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A160803-74A4-545C-4958-9AD5EC7CC8E8}"/>
              </a:ext>
            </a:extLst>
          </p:cNvPr>
          <p:cNvCxnSpPr>
            <a:cxnSpLocks/>
          </p:cNvCxnSpPr>
          <p:nvPr/>
        </p:nvCxnSpPr>
        <p:spPr>
          <a:xfrm>
            <a:off x="6950394" y="5860863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48D39A7-A63C-19E7-9BB4-DAE820813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56226"/>
              </p:ext>
            </p:extLst>
          </p:nvPr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332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>
                <a:highlight>
                  <a:srgbClr val="FFFF00"/>
                </a:highlight>
              </a:rPr>
              <a:t>df</a:t>
            </a:r>
            <a:r>
              <a:rPr lang="en-US" dirty="0">
                <a:highlight>
                  <a:srgbClr val="FFFF00"/>
                </a:highlight>
              </a:rPr>
              <a:t> |&gt; filter(type == “</a:t>
            </a:r>
            <a:r>
              <a:rPr lang="en-US" dirty="0" err="1">
                <a:highlight>
                  <a:srgbClr val="FFFF00"/>
                </a:highlight>
              </a:rPr>
              <a:t>wt</a:t>
            </a:r>
            <a:r>
              <a:rPr lang="en-US" dirty="0">
                <a:highlight>
                  <a:srgbClr val="FFFF00"/>
                </a:highlight>
              </a:rPr>
              <a:t>”, treatment == “n”)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FD067E-3ABC-0BB2-6AFB-926C2B079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10429"/>
              </p:ext>
            </p:extLst>
          </p:nvPr>
        </p:nvGraphicFramePr>
        <p:xfrm>
          <a:off x="3121344" y="1509376"/>
          <a:ext cx="2228848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2884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 &amp;</a:t>
                      </a:r>
                    </a:p>
                    <a:p>
                      <a:pPr algn="ctr"/>
                      <a:r>
                        <a:rPr lang="en-US" dirty="0"/>
                        <a:t>treatment == “n”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B604FD4F-D5D3-4C58-44C6-C8809FB01038}"/>
              </a:ext>
            </a:extLst>
          </p:cNvPr>
          <p:cNvGrpSpPr/>
          <p:nvPr/>
        </p:nvGrpSpPr>
        <p:grpSpPr>
          <a:xfrm>
            <a:off x="5495451" y="2786458"/>
            <a:ext cx="891540" cy="782163"/>
            <a:chOff x="6448515" y="1894918"/>
            <a:chExt cx="891540" cy="7821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C243144-347E-9E04-562D-B60781E09E7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Multiply 33">
              <a:extLst>
                <a:ext uri="{FF2B5EF4-FFF2-40B4-BE49-F238E27FC236}">
                  <a16:creationId xmlns:a16="http://schemas.microsoft.com/office/drawing/2014/main" id="{DCCB3506-56CF-4D2A-85A9-E0B079304511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DE1964-CD85-17F5-174E-6FCB4D27A116}"/>
              </a:ext>
            </a:extLst>
          </p:cNvPr>
          <p:cNvGrpSpPr/>
          <p:nvPr/>
        </p:nvGrpSpPr>
        <p:grpSpPr>
          <a:xfrm>
            <a:off x="5495451" y="3454321"/>
            <a:ext cx="891540" cy="782163"/>
            <a:chOff x="6448515" y="1894918"/>
            <a:chExt cx="891540" cy="782163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E73E631-8774-A344-A6AF-8F8BC6EFFD2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Multiply 36">
              <a:extLst>
                <a:ext uri="{FF2B5EF4-FFF2-40B4-BE49-F238E27FC236}">
                  <a16:creationId xmlns:a16="http://schemas.microsoft.com/office/drawing/2014/main" id="{9F963E28-E78E-3738-6E81-BEA498F6F14C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22088C-67DE-3801-2376-0C65BB2C4265}"/>
              </a:ext>
            </a:extLst>
          </p:cNvPr>
          <p:cNvGrpSpPr/>
          <p:nvPr/>
        </p:nvGrpSpPr>
        <p:grpSpPr>
          <a:xfrm>
            <a:off x="5495451" y="4750498"/>
            <a:ext cx="891540" cy="782163"/>
            <a:chOff x="6448515" y="1894918"/>
            <a:chExt cx="891540" cy="782163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29DDF4D-1358-BE6D-FEC5-74172EDDCFF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Multiply 39">
              <a:extLst>
                <a:ext uri="{FF2B5EF4-FFF2-40B4-BE49-F238E27FC236}">
                  <a16:creationId xmlns:a16="http://schemas.microsoft.com/office/drawing/2014/main" id="{D0028D79-E48B-8591-170D-3FC5F02BEAED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36A4D9-4456-D628-33E3-A4675F8DD19E}"/>
              </a:ext>
            </a:extLst>
          </p:cNvPr>
          <p:cNvGrpSpPr/>
          <p:nvPr/>
        </p:nvGrpSpPr>
        <p:grpSpPr>
          <a:xfrm>
            <a:off x="5495451" y="5503846"/>
            <a:ext cx="891540" cy="782163"/>
            <a:chOff x="6448515" y="1894918"/>
            <a:chExt cx="891540" cy="782163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16C6F12-5382-EE34-56A4-27F9A1C9F2B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Multiply 42">
              <a:extLst>
                <a:ext uri="{FF2B5EF4-FFF2-40B4-BE49-F238E27FC236}">
                  <a16:creationId xmlns:a16="http://schemas.microsoft.com/office/drawing/2014/main" id="{137CB6C2-6895-8675-6B3F-F9AB7A9F5010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6F6022-60EF-3E9C-D3D6-5F58FC3E9D76}"/>
              </a:ext>
            </a:extLst>
          </p:cNvPr>
          <p:cNvCxnSpPr>
            <a:cxnSpLocks/>
          </p:cNvCxnSpPr>
          <p:nvPr/>
        </p:nvCxnSpPr>
        <p:spPr>
          <a:xfrm>
            <a:off x="5495451" y="4525297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5218AA6-AF38-AA58-E557-BC19E6167BB4}"/>
              </a:ext>
            </a:extLst>
          </p:cNvPr>
          <p:cNvCxnSpPr>
            <a:cxnSpLocks/>
          </p:cNvCxnSpPr>
          <p:nvPr/>
        </p:nvCxnSpPr>
        <p:spPr>
          <a:xfrm>
            <a:off x="5495451" y="2502187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F9900EE3-05DB-DC7C-E7EC-033DA7DD5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56226"/>
              </p:ext>
            </p:extLst>
          </p:nvPr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193B29C-A1AD-370E-F74B-A7C650658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258492"/>
              </p:ext>
            </p:extLst>
          </p:nvPr>
        </p:nvGraphicFramePr>
        <p:xfrm>
          <a:off x="6636070" y="1514012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44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>
                <a:highlight>
                  <a:srgbClr val="FFFF00"/>
                </a:highlight>
              </a:rPr>
              <a:t>df</a:t>
            </a:r>
            <a:r>
              <a:rPr lang="en-US" dirty="0">
                <a:highlight>
                  <a:srgbClr val="FFFF00"/>
                </a:highlight>
              </a:rPr>
              <a:t> |&gt; filter(type == “</a:t>
            </a:r>
            <a:r>
              <a:rPr lang="en-US" dirty="0" err="1">
                <a:highlight>
                  <a:srgbClr val="FFFF00"/>
                </a:highlight>
              </a:rPr>
              <a:t>wt</a:t>
            </a:r>
            <a:r>
              <a:rPr lang="en-US" dirty="0">
                <a:highlight>
                  <a:srgbClr val="FFFF00"/>
                </a:highlight>
              </a:rPr>
              <a:t>” treatment == “n”)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FD067E-3ABC-0BB2-6AFB-926C2B079C84}"/>
              </a:ext>
            </a:extLst>
          </p:cNvPr>
          <p:cNvGraphicFramePr>
            <a:graphicFrameLocks noGrp="1"/>
          </p:cNvGraphicFramePr>
          <p:nvPr/>
        </p:nvGraphicFramePr>
        <p:xfrm>
          <a:off x="3121344" y="1509376"/>
          <a:ext cx="2228848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2884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 &amp;</a:t>
                      </a:r>
                    </a:p>
                    <a:p>
                      <a:pPr algn="ctr"/>
                      <a:r>
                        <a:rPr lang="en-US" dirty="0"/>
                        <a:t>treatment == “n”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B604FD4F-D5D3-4C58-44C6-C8809FB01038}"/>
              </a:ext>
            </a:extLst>
          </p:cNvPr>
          <p:cNvGrpSpPr/>
          <p:nvPr/>
        </p:nvGrpSpPr>
        <p:grpSpPr>
          <a:xfrm>
            <a:off x="5495451" y="2786458"/>
            <a:ext cx="891540" cy="782163"/>
            <a:chOff x="6448515" y="1894918"/>
            <a:chExt cx="891540" cy="7821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C243144-347E-9E04-562D-B60781E09E7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Multiply 33">
              <a:extLst>
                <a:ext uri="{FF2B5EF4-FFF2-40B4-BE49-F238E27FC236}">
                  <a16:creationId xmlns:a16="http://schemas.microsoft.com/office/drawing/2014/main" id="{DCCB3506-56CF-4D2A-85A9-E0B079304511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DE1964-CD85-17F5-174E-6FCB4D27A116}"/>
              </a:ext>
            </a:extLst>
          </p:cNvPr>
          <p:cNvGrpSpPr/>
          <p:nvPr/>
        </p:nvGrpSpPr>
        <p:grpSpPr>
          <a:xfrm>
            <a:off x="5495451" y="3454321"/>
            <a:ext cx="891540" cy="782163"/>
            <a:chOff x="6448515" y="1894918"/>
            <a:chExt cx="891540" cy="782163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E73E631-8774-A344-A6AF-8F8BC6EFFD2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Multiply 36">
              <a:extLst>
                <a:ext uri="{FF2B5EF4-FFF2-40B4-BE49-F238E27FC236}">
                  <a16:creationId xmlns:a16="http://schemas.microsoft.com/office/drawing/2014/main" id="{9F963E28-E78E-3738-6E81-BEA498F6F14C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22088C-67DE-3801-2376-0C65BB2C4265}"/>
              </a:ext>
            </a:extLst>
          </p:cNvPr>
          <p:cNvGrpSpPr/>
          <p:nvPr/>
        </p:nvGrpSpPr>
        <p:grpSpPr>
          <a:xfrm>
            <a:off x="5495451" y="4750498"/>
            <a:ext cx="891540" cy="782163"/>
            <a:chOff x="6448515" y="1894918"/>
            <a:chExt cx="891540" cy="782163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29DDF4D-1358-BE6D-FEC5-74172EDDCFF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Multiply 39">
              <a:extLst>
                <a:ext uri="{FF2B5EF4-FFF2-40B4-BE49-F238E27FC236}">
                  <a16:creationId xmlns:a16="http://schemas.microsoft.com/office/drawing/2014/main" id="{D0028D79-E48B-8591-170D-3FC5F02BEAED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36A4D9-4456-D628-33E3-A4675F8DD19E}"/>
              </a:ext>
            </a:extLst>
          </p:cNvPr>
          <p:cNvGrpSpPr/>
          <p:nvPr/>
        </p:nvGrpSpPr>
        <p:grpSpPr>
          <a:xfrm>
            <a:off x="5495451" y="5503846"/>
            <a:ext cx="891540" cy="782163"/>
            <a:chOff x="6448515" y="1894918"/>
            <a:chExt cx="891540" cy="782163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16C6F12-5382-EE34-56A4-27F9A1C9F2B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Multiply 42">
              <a:extLst>
                <a:ext uri="{FF2B5EF4-FFF2-40B4-BE49-F238E27FC236}">
                  <a16:creationId xmlns:a16="http://schemas.microsoft.com/office/drawing/2014/main" id="{137CB6C2-6895-8675-6B3F-F9AB7A9F5010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6F6022-60EF-3E9C-D3D6-5F58FC3E9D76}"/>
              </a:ext>
            </a:extLst>
          </p:cNvPr>
          <p:cNvCxnSpPr>
            <a:cxnSpLocks/>
          </p:cNvCxnSpPr>
          <p:nvPr/>
        </p:nvCxnSpPr>
        <p:spPr>
          <a:xfrm>
            <a:off x="5495451" y="4525297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5218AA6-AF38-AA58-E557-BC19E6167BB4}"/>
              </a:ext>
            </a:extLst>
          </p:cNvPr>
          <p:cNvCxnSpPr>
            <a:cxnSpLocks/>
          </p:cNvCxnSpPr>
          <p:nvPr/>
        </p:nvCxnSpPr>
        <p:spPr>
          <a:xfrm>
            <a:off x="5495451" y="2502187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F9900EE3-05DB-DC7C-E7EC-033DA7DD51B2}"/>
              </a:ext>
            </a:extLst>
          </p:cNvPr>
          <p:cNvGraphicFramePr>
            <a:graphicFrameLocks noGrp="1"/>
          </p:cNvGraphicFramePr>
          <p:nvPr/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193B29C-A1AD-370E-F74B-A7C65065857A}"/>
              </a:ext>
            </a:extLst>
          </p:cNvPr>
          <p:cNvGraphicFramePr>
            <a:graphicFrameLocks noGrp="1"/>
          </p:cNvGraphicFramePr>
          <p:nvPr/>
        </p:nvGraphicFramePr>
        <p:xfrm>
          <a:off x="6636070" y="1514012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9D9C0E-A9D0-E2A4-6543-DF615CA63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926872"/>
              </p:ext>
            </p:extLst>
          </p:nvPr>
        </p:nvGraphicFramePr>
        <p:xfrm>
          <a:off x="9497380" y="1514012"/>
          <a:ext cx="2251710" cy="200573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017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778</Words>
  <Application>Microsoft Macintosh PowerPoint</Application>
  <PresentationFormat>Widescreen</PresentationFormat>
  <Paragraphs>387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Boolean vectors to select values</vt:lpstr>
      <vt:lpstr>Use a vector to filter values of a vector: V[V*2 &gt; 60]</vt:lpstr>
      <vt:lpstr>Use a vector to filter values of a vector: V[V*2 &gt; 60]</vt:lpstr>
      <vt:lpstr>Use a vector to filter values of a vector: V[V*2 &gt; 60]</vt:lpstr>
      <vt:lpstr>Use a vector to filter values of a vector: V[V*2 &gt; 60]</vt:lpstr>
      <vt:lpstr>Use a vector to filter values of a vector: V[V*2 &gt; 60]</vt:lpstr>
      <vt:lpstr>Use a vector to filter values of a dataframe:  df |&gt; filter(type == “wt”, treatment == “n”)</vt:lpstr>
      <vt:lpstr>Use a vector to filter values of a dataframe:  df |&gt; filter(type == “wt”, treatment == “n”)</vt:lpstr>
      <vt:lpstr>Use a vector to filter values of a dataframe:  df |&gt; filter(type == “wt”, treatment == “n”)</vt:lpstr>
      <vt:lpstr>Use a vector to filter values of a dataframe:  df |&gt; filter(type == “wt”, treatment == “n”)</vt:lpstr>
      <vt:lpstr>Use a vector to filter values of a dataframe:  df |&gt; filter(type == “wt”, treatment == “n”)</vt:lpstr>
      <vt:lpstr>Use a vector to filter values of a dataframe:  df |&gt; filter(type == “wt” treatment == “n”)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MIOTTO MATTEO</dc:creator>
  <cp:lastModifiedBy>Microsoft Office User</cp:lastModifiedBy>
  <cp:revision>18</cp:revision>
  <dcterms:created xsi:type="dcterms:W3CDTF">2025-02-26T17:24:40Z</dcterms:created>
  <dcterms:modified xsi:type="dcterms:W3CDTF">2026-04-18T14:55:26Z</dcterms:modified>
</cp:coreProperties>
</file>